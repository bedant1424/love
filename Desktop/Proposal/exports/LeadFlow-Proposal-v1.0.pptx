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7556500" cy="10693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3" d="100"/>
          <a:sy n="23" d="100"/>
        </p:scale>
        <p:origin x="194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85EB5-1A52-BB2E-2AA8-AC93F10EE4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564" y="1750055"/>
            <a:ext cx="5667375" cy="3722887"/>
          </a:xfrm>
        </p:spPr>
        <p:txBody>
          <a:bodyPr anchor="b"/>
          <a:lstStyle>
            <a:lvl1pPr algn="ctr">
              <a:defRPr sz="371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BBE73F-58C4-22AB-9AAE-507CA52318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564" y="5616511"/>
            <a:ext cx="5667375" cy="2581762"/>
          </a:xfrm>
        </p:spPr>
        <p:txBody>
          <a:bodyPr/>
          <a:lstStyle>
            <a:lvl1pPr marL="0" indent="0" algn="ctr">
              <a:buNone/>
              <a:defRPr sz="1488"/>
            </a:lvl1pPr>
            <a:lvl2pPr marL="283373" indent="0" algn="ctr">
              <a:buNone/>
              <a:defRPr sz="1240"/>
            </a:lvl2pPr>
            <a:lvl3pPr marL="566745" indent="0" algn="ctr">
              <a:buNone/>
              <a:defRPr sz="1116"/>
            </a:lvl3pPr>
            <a:lvl4pPr marL="850118" indent="0" algn="ctr">
              <a:buNone/>
              <a:defRPr sz="992"/>
            </a:lvl4pPr>
            <a:lvl5pPr marL="1133490" indent="0" algn="ctr">
              <a:buNone/>
              <a:defRPr sz="992"/>
            </a:lvl5pPr>
            <a:lvl6pPr marL="1416863" indent="0" algn="ctr">
              <a:buNone/>
              <a:defRPr sz="992"/>
            </a:lvl6pPr>
            <a:lvl7pPr marL="1700235" indent="0" algn="ctr">
              <a:buNone/>
              <a:defRPr sz="992"/>
            </a:lvl7pPr>
            <a:lvl8pPr marL="1983608" indent="0" algn="ctr">
              <a:buNone/>
              <a:defRPr sz="992"/>
            </a:lvl8pPr>
            <a:lvl9pPr marL="2266980" indent="0" algn="ctr">
              <a:buNone/>
              <a:defRPr sz="992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3D918-FC41-06CE-1088-7DC24FBCE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25A42-77D0-4AB8-8B39-6AC1494C132A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A988BE-427B-E9A4-C73E-DDAAD3C5F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C060CD-D0A0-1810-6AC0-F470D042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8E502-030C-4066-857C-1F5FD05358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804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6DAB5-8FB1-EB5C-E699-CDD902182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ED7FC-EF65-DFAC-4EA6-5CEFC6DF0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FB40C-7DE4-2DDC-CCD7-2A9176DD6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25A42-77D0-4AB8-8B39-6AC1494C132A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3B8EB-5D42-3267-57B7-EDADDE016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7D935-D0C4-B04B-2AFC-C9B51D021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8E502-030C-4066-857C-1F5FD05358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4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01E47-6007-C36D-5E71-2E82B4BBC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575" y="2665927"/>
            <a:ext cx="6517481" cy="4448157"/>
          </a:xfrm>
        </p:spPr>
        <p:txBody>
          <a:bodyPr anchor="b"/>
          <a:lstStyle>
            <a:lvl1pPr>
              <a:defRPr sz="371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7F2AE1-4A26-532F-171B-9710191AA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575" y="7156165"/>
            <a:ext cx="6517481" cy="2339180"/>
          </a:xfrm>
        </p:spPr>
        <p:txBody>
          <a:bodyPr/>
          <a:lstStyle>
            <a:lvl1pPr marL="0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1pPr>
            <a:lvl2pPr marL="283373" indent="0">
              <a:buNone/>
              <a:defRPr sz="1240">
                <a:solidFill>
                  <a:schemeClr val="tx1">
                    <a:tint val="82000"/>
                  </a:schemeClr>
                </a:solidFill>
              </a:defRPr>
            </a:lvl2pPr>
            <a:lvl3pPr marL="566745" indent="0">
              <a:buNone/>
              <a:defRPr sz="1116">
                <a:solidFill>
                  <a:schemeClr val="tx1">
                    <a:tint val="82000"/>
                  </a:schemeClr>
                </a:solidFill>
              </a:defRPr>
            </a:lvl3pPr>
            <a:lvl4pPr marL="850118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4pPr>
            <a:lvl5pPr marL="1133490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5pPr>
            <a:lvl6pPr marL="1416863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6pPr>
            <a:lvl7pPr marL="1700235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7pPr>
            <a:lvl8pPr marL="1983608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8pPr>
            <a:lvl9pPr marL="2266980" indent="0">
              <a:buNone/>
              <a:defRPr sz="99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E85C01-C5F6-711F-6FBB-E735B5009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25A42-77D0-4AB8-8B39-6AC1494C132A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F41F0-663E-3A84-5E33-6738ADE08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3925C-CAC2-C035-22B5-CFEEAD0D1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8E502-030C-4066-857C-1F5FD05358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9152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76A51-37FE-035D-4542-41F6E37DE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E4C8C-18D1-DC7E-6B93-A25E63E3EC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9510" y="2846623"/>
            <a:ext cx="3211513" cy="67848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26215C-D958-5C20-5D08-A7772FDA4F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25479" y="2846623"/>
            <a:ext cx="3211513" cy="67848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5304F6-6EBE-723F-F93A-8FBBCDDB0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25A42-77D0-4AB8-8B39-6AC1494C132A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FE9CB6-98D9-7388-FE25-4B70B8671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FA5C10-CF5C-224E-49E1-99A5D4FEC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8E502-030C-4066-857C-1F5FD05358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88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8E662-6D3F-D46D-8867-6F853A32A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495" y="569327"/>
            <a:ext cx="6517481" cy="20668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09D8EB-E9B0-CC50-D645-BE255E6F45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0495" y="2621369"/>
            <a:ext cx="3196753" cy="1284692"/>
          </a:xfrm>
        </p:spPr>
        <p:txBody>
          <a:bodyPr anchor="b"/>
          <a:lstStyle>
            <a:lvl1pPr marL="0" indent="0">
              <a:buNone/>
              <a:defRPr sz="1488" b="1"/>
            </a:lvl1pPr>
            <a:lvl2pPr marL="283373" indent="0">
              <a:buNone/>
              <a:defRPr sz="1240" b="1"/>
            </a:lvl2pPr>
            <a:lvl3pPr marL="566745" indent="0">
              <a:buNone/>
              <a:defRPr sz="1116" b="1"/>
            </a:lvl3pPr>
            <a:lvl4pPr marL="850118" indent="0">
              <a:buNone/>
              <a:defRPr sz="992" b="1"/>
            </a:lvl4pPr>
            <a:lvl5pPr marL="1133490" indent="0">
              <a:buNone/>
              <a:defRPr sz="992" b="1"/>
            </a:lvl5pPr>
            <a:lvl6pPr marL="1416863" indent="0">
              <a:buNone/>
              <a:defRPr sz="992" b="1"/>
            </a:lvl6pPr>
            <a:lvl7pPr marL="1700235" indent="0">
              <a:buNone/>
              <a:defRPr sz="992" b="1"/>
            </a:lvl7pPr>
            <a:lvl8pPr marL="1983608" indent="0">
              <a:buNone/>
              <a:defRPr sz="992" b="1"/>
            </a:lvl8pPr>
            <a:lvl9pPr marL="2266980" indent="0">
              <a:buNone/>
              <a:defRPr sz="99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14BA5F-788D-F779-2A84-78C29FBB42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0495" y="3906061"/>
            <a:ext cx="3196753" cy="5745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4DFC0B-6288-32FF-B8FC-2475357BCE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825479" y="2621369"/>
            <a:ext cx="3212497" cy="1284692"/>
          </a:xfrm>
        </p:spPr>
        <p:txBody>
          <a:bodyPr anchor="b"/>
          <a:lstStyle>
            <a:lvl1pPr marL="0" indent="0">
              <a:buNone/>
              <a:defRPr sz="1488" b="1"/>
            </a:lvl1pPr>
            <a:lvl2pPr marL="283373" indent="0">
              <a:buNone/>
              <a:defRPr sz="1240" b="1"/>
            </a:lvl2pPr>
            <a:lvl3pPr marL="566745" indent="0">
              <a:buNone/>
              <a:defRPr sz="1116" b="1"/>
            </a:lvl3pPr>
            <a:lvl4pPr marL="850118" indent="0">
              <a:buNone/>
              <a:defRPr sz="992" b="1"/>
            </a:lvl4pPr>
            <a:lvl5pPr marL="1133490" indent="0">
              <a:buNone/>
              <a:defRPr sz="992" b="1"/>
            </a:lvl5pPr>
            <a:lvl6pPr marL="1416863" indent="0">
              <a:buNone/>
              <a:defRPr sz="992" b="1"/>
            </a:lvl6pPr>
            <a:lvl7pPr marL="1700235" indent="0">
              <a:buNone/>
              <a:defRPr sz="992" b="1"/>
            </a:lvl7pPr>
            <a:lvl8pPr marL="1983608" indent="0">
              <a:buNone/>
              <a:defRPr sz="992" b="1"/>
            </a:lvl8pPr>
            <a:lvl9pPr marL="2266980" indent="0">
              <a:buNone/>
              <a:defRPr sz="99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F2115F-91B8-9BFF-61CB-140305113A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825479" y="3906061"/>
            <a:ext cx="3212497" cy="5745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E889C4-905F-7FB5-FCE4-22A308505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25A42-77D0-4AB8-8B39-6AC1494C132A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132BDF-3592-F470-8218-BCA166C9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FE8754-5328-1D52-AAF7-83262097A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8E502-030C-4066-857C-1F5FD05358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739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537AF-E5E1-F41E-C659-C990BCA75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0471A4-8589-E8D7-016B-4279D6293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25A42-77D0-4AB8-8B39-6AC1494C132A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CD25E0-F803-A4E1-D444-F68A0A77E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2690E-7DC4-E589-3AE7-441D7580D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8E502-030C-4066-857C-1F5FD05358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943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2123AB-37F6-2937-31A1-E2FE435BA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25A42-77D0-4AB8-8B39-6AC1494C132A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A795D6-CB87-E56E-2097-333A91F7C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84A78-9429-F8AB-C88A-1E8220801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8E502-030C-4066-857C-1F5FD05358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950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1AFA2-0968-6F07-F3EA-43FDFAEF1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494" y="712893"/>
            <a:ext cx="2437168" cy="2495127"/>
          </a:xfrm>
        </p:spPr>
        <p:txBody>
          <a:bodyPr anchor="b"/>
          <a:lstStyle>
            <a:lvl1pPr>
              <a:defRPr sz="198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073E9-6775-7DEB-3614-68CCE2160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2497" y="1539654"/>
            <a:ext cx="3825478" cy="7599245"/>
          </a:xfrm>
        </p:spPr>
        <p:txBody>
          <a:bodyPr/>
          <a:lstStyle>
            <a:lvl1pPr>
              <a:defRPr sz="1983"/>
            </a:lvl1pPr>
            <a:lvl2pPr>
              <a:defRPr sz="1735"/>
            </a:lvl2pPr>
            <a:lvl3pPr>
              <a:defRPr sz="1488"/>
            </a:lvl3pPr>
            <a:lvl4pPr>
              <a:defRPr sz="1240"/>
            </a:lvl4pPr>
            <a:lvl5pPr>
              <a:defRPr sz="1240"/>
            </a:lvl5pPr>
            <a:lvl6pPr>
              <a:defRPr sz="1240"/>
            </a:lvl6pPr>
            <a:lvl7pPr>
              <a:defRPr sz="1240"/>
            </a:lvl7pPr>
            <a:lvl8pPr>
              <a:defRPr sz="1240"/>
            </a:lvl8pPr>
            <a:lvl9pPr>
              <a:defRPr sz="12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23D4B6-52C4-8375-CEC3-9EF63584C5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0494" y="3208020"/>
            <a:ext cx="2437168" cy="5943254"/>
          </a:xfrm>
        </p:spPr>
        <p:txBody>
          <a:bodyPr/>
          <a:lstStyle>
            <a:lvl1pPr marL="0" indent="0">
              <a:buNone/>
              <a:defRPr sz="992"/>
            </a:lvl1pPr>
            <a:lvl2pPr marL="283373" indent="0">
              <a:buNone/>
              <a:defRPr sz="868"/>
            </a:lvl2pPr>
            <a:lvl3pPr marL="566745" indent="0">
              <a:buNone/>
              <a:defRPr sz="744"/>
            </a:lvl3pPr>
            <a:lvl4pPr marL="850118" indent="0">
              <a:buNone/>
              <a:defRPr sz="620"/>
            </a:lvl4pPr>
            <a:lvl5pPr marL="1133490" indent="0">
              <a:buNone/>
              <a:defRPr sz="620"/>
            </a:lvl5pPr>
            <a:lvl6pPr marL="1416863" indent="0">
              <a:buNone/>
              <a:defRPr sz="620"/>
            </a:lvl6pPr>
            <a:lvl7pPr marL="1700235" indent="0">
              <a:buNone/>
              <a:defRPr sz="620"/>
            </a:lvl7pPr>
            <a:lvl8pPr marL="1983608" indent="0">
              <a:buNone/>
              <a:defRPr sz="620"/>
            </a:lvl8pPr>
            <a:lvl9pPr marL="2266980" indent="0">
              <a:buNone/>
              <a:defRPr sz="6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7A38B2-C810-C06D-3C2E-ED40BB92B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25A42-77D0-4AB8-8B39-6AC1494C132A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949D43-9351-5691-605B-3E3D81CC1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C13581-CA08-35A6-E5E2-8208FB6D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8E502-030C-4066-857C-1F5FD05358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145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D456B-CEB1-FA1B-BF15-18FA205F1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494" y="712893"/>
            <a:ext cx="2437168" cy="2495127"/>
          </a:xfrm>
        </p:spPr>
        <p:txBody>
          <a:bodyPr anchor="b"/>
          <a:lstStyle>
            <a:lvl1pPr>
              <a:defRPr sz="198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ABAEFB-51ED-56B2-17FE-B0F35FC098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212497" y="1539654"/>
            <a:ext cx="3825478" cy="7599245"/>
          </a:xfrm>
        </p:spPr>
        <p:txBody>
          <a:bodyPr/>
          <a:lstStyle>
            <a:lvl1pPr marL="0" indent="0">
              <a:buNone/>
              <a:defRPr sz="1983"/>
            </a:lvl1pPr>
            <a:lvl2pPr marL="283373" indent="0">
              <a:buNone/>
              <a:defRPr sz="1735"/>
            </a:lvl2pPr>
            <a:lvl3pPr marL="566745" indent="0">
              <a:buNone/>
              <a:defRPr sz="1488"/>
            </a:lvl3pPr>
            <a:lvl4pPr marL="850118" indent="0">
              <a:buNone/>
              <a:defRPr sz="1240"/>
            </a:lvl4pPr>
            <a:lvl5pPr marL="1133490" indent="0">
              <a:buNone/>
              <a:defRPr sz="1240"/>
            </a:lvl5pPr>
            <a:lvl6pPr marL="1416863" indent="0">
              <a:buNone/>
              <a:defRPr sz="1240"/>
            </a:lvl6pPr>
            <a:lvl7pPr marL="1700235" indent="0">
              <a:buNone/>
              <a:defRPr sz="1240"/>
            </a:lvl7pPr>
            <a:lvl8pPr marL="1983608" indent="0">
              <a:buNone/>
              <a:defRPr sz="1240"/>
            </a:lvl8pPr>
            <a:lvl9pPr marL="2266980" indent="0">
              <a:buNone/>
              <a:defRPr sz="124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4208B5-1648-5100-5B7D-F2C127E08E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0494" y="3208020"/>
            <a:ext cx="2437168" cy="5943254"/>
          </a:xfrm>
        </p:spPr>
        <p:txBody>
          <a:bodyPr/>
          <a:lstStyle>
            <a:lvl1pPr marL="0" indent="0">
              <a:buNone/>
              <a:defRPr sz="992"/>
            </a:lvl1pPr>
            <a:lvl2pPr marL="283373" indent="0">
              <a:buNone/>
              <a:defRPr sz="868"/>
            </a:lvl2pPr>
            <a:lvl3pPr marL="566745" indent="0">
              <a:buNone/>
              <a:defRPr sz="744"/>
            </a:lvl3pPr>
            <a:lvl4pPr marL="850118" indent="0">
              <a:buNone/>
              <a:defRPr sz="620"/>
            </a:lvl4pPr>
            <a:lvl5pPr marL="1133490" indent="0">
              <a:buNone/>
              <a:defRPr sz="620"/>
            </a:lvl5pPr>
            <a:lvl6pPr marL="1416863" indent="0">
              <a:buNone/>
              <a:defRPr sz="620"/>
            </a:lvl6pPr>
            <a:lvl7pPr marL="1700235" indent="0">
              <a:buNone/>
              <a:defRPr sz="620"/>
            </a:lvl7pPr>
            <a:lvl8pPr marL="1983608" indent="0">
              <a:buNone/>
              <a:defRPr sz="620"/>
            </a:lvl8pPr>
            <a:lvl9pPr marL="2266980" indent="0">
              <a:buNone/>
              <a:defRPr sz="6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F9EDA7-C599-DD8E-44DC-32CE1DE2E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25A42-77D0-4AB8-8B39-6AC1494C132A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1ABEAE-E7FA-2117-446C-9D7E8F265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17FE29-362E-51DF-37A4-E5B7E128E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8E502-030C-4066-857C-1F5FD05358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351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E4A2C-9E8A-4ADD-3D58-35AE927FB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70EF55-B1E0-3986-40A0-26EC2B29F6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3A5F7C-B7FF-B240-329F-947155B56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25A42-77D0-4AB8-8B39-6AC1494C132A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FEBFEA-82CA-E69D-5EE5-AAAF58223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9D84D4-988A-79C0-D03F-09AB75E8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8E502-030C-4066-857C-1F5FD05358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96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0A4F4C-D4A5-D9AC-F020-D7CB1A0A8F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5407620" y="569325"/>
            <a:ext cx="1629370" cy="90621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8B9E79-5D7E-E509-0239-5551F0B21D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9510" y="569325"/>
            <a:ext cx="4793655" cy="90621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F7EC0B-3637-C6C1-0AED-023704DF4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25A42-77D0-4AB8-8B39-6AC1494C132A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5D5C1-05FF-8917-FD5E-C677060F5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956D08-07D7-CE2D-3665-C3EE4A2D1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8E502-030C-4066-857C-1F5FD05358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75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FAFA5B-ABAA-7618-C220-2E8B5194F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511" y="569327"/>
            <a:ext cx="6517481" cy="20668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6FE458-D111-FEED-1F03-4BDDF5BE8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9511" y="2846623"/>
            <a:ext cx="6517481" cy="6784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2D5A2-3CF7-DB24-0493-05F3197429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19510" y="9911200"/>
            <a:ext cx="1700213" cy="5693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4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525A42-77D0-4AB8-8B39-6AC1494C132A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37EE20-0B63-D203-E601-8D94598902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03092" y="9911200"/>
            <a:ext cx="2550319" cy="5693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4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6DDACE-A891-E00B-420F-EF7F144802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336779" y="9911200"/>
            <a:ext cx="1700213" cy="5693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4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C8E502-030C-4066-857C-1F5FD05358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238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66745" rtl="0" eaLnBrk="1" latinLnBrk="0" hangingPunct="1">
        <a:lnSpc>
          <a:spcPct val="90000"/>
        </a:lnSpc>
        <a:spcBef>
          <a:spcPct val="0"/>
        </a:spcBef>
        <a:buNone/>
        <a:defRPr sz="272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1686" indent="-141686" algn="l" defTabSz="566745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1735" kern="1200">
          <a:solidFill>
            <a:schemeClr val="tx1"/>
          </a:solidFill>
          <a:latin typeface="+mn-lt"/>
          <a:ea typeface="+mn-ea"/>
          <a:cs typeface="+mn-cs"/>
        </a:defRPr>
      </a:lvl1pPr>
      <a:lvl2pPr marL="425059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08431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240" kern="1200">
          <a:solidFill>
            <a:schemeClr val="tx1"/>
          </a:solidFill>
          <a:latin typeface="+mn-lt"/>
          <a:ea typeface="+mn-ea"/>
          <a:cs typeface="+mn-cs"/>
        </a:defRPr>
      </a:lvl3pPr>
      <a:lvl4pPr marL="991804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4pPr>
      <a:lvl5pPr marL="1275177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5pPr>
      <a:lvl6pPr marL="1558549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6pPr>
      <a:lvl7pPr marL="1841922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7pPr>
      <a:lvl8pPr marL="2125294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8pPr>
      <a:lvl9pPr marL="2408667" indent="-141686" algn="l" defTabSz="566745" rtl="0" eaLnBrk="1" latinLnBrk="0" hangingPunct="1">
        <a:lnSpc>
          <a:spcPct val="90000"/>
        </a:lnSpc>
        <a:spcBef>
          <a:spcPts val="310"/>
        </a:spcBef>
        <a:buFont typeface="Arial" panose="020B0604020202020204" pitchFamily="34" charset="0"/>
        <a:buChar char="•"/>
        <a:defRPr sz="111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1pPr>
      <a:lvl2pPr marL="283373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2pPr>
      <a:lvl3pPr marL="566745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3pPr>
      <a:lvl4pPr marL="850118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4pPr>
      <a:lvl5pPr marL="1133490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5pPr>
      <a:lvl6pPr marL="1416863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6pPr>
      <a:lvl7pPr marL="1700235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7pPr>
      <a:lvl8pPr marL="1983608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8pPr>
      <a:lvl9pPr marL="2266980" algn="l" defTabSz="566745" rtl="0" eaLnBrk="1" latinLnBrk="0" hangingPunct="1">
        <a:defRPr sz="111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E4B6553-48BE-F17C-5275-9C9BC1750F6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849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08118DF-E824-4CFE-8C11-975A14213D1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640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AAC513C-B52B-C67F-3B2A-F38540DAAC1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902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8568AEC-4706-E349-2253-0DD401B6739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355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F9FDFC0-7F52-0BB7-2072-C3E06A003AF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4406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2F0EB98-A2C9-3755-F485-7DD5F4A7E76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99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74CB5D-CE58-78E9-C67F-9026FF62234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387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900E145-C1C9-629E-EF01-0963BCDA31B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753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5B2026C-C9AD-C96E-3A29-F6A5EA41DCC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539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8EDE8F3-C37B-5BD0-7F10-CC4E10ED89E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599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98F5EAB-A8E8-1413-5719-6E36175A38C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513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2BDA992-1D46-A905-8D72-7A22CD22818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628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DD371D7-E165-7362-85CB-17DCB9EEDCC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596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60998C7-B394-1159-D5C7-2422623A84B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342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E5A6FEA-9E73-3260-4A01-2B9E06FC0B7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5509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09A3197-8CC7-37AB-2D3B-8A0F7AF1B59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130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A0C7715-E1AE-4DE0-D426-E9A88A31A5E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9452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Bedant Arya</dc:creator>
  <cp:lastModifiedBy>Bedant Arya</cp:lastModifiedBy>
  <cp:revision>1</cp:revision>
  <dcterms:created xsi:type="dcterms:W3CDTF">2026-07-11T06:12:52Z</dcterms:created>
  <dcterms:modified xsi:type="dcterms:W3CDTF">2026-07-11T06:12:52Z</dcterms:modified>
</cp:coreProperties>
</file>