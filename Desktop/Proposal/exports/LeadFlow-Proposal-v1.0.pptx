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7556500" cy="10693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3" d="100"/>
          <a:sy n="23" d="100"/>
        </p:scale>
        <p:origin x="19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22094-4858-DD62-FCAC-4231B25C7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564" y="1750055"/>
            <a:ext cx="5667375" cy="3722887"/>
          </a:xfrm>
        </p:spPr>
        <p:txBody>
          <a:bodyPr anchor="b"/>
          <a:lstStyle>
            <a:lvl1pPr algn="ctr">
              <a:defRPr sz="37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8B790F-0AB7-462B-817A-E94E71850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564" y="5616511"/>
            <a:ext cx="5667375" cy="2581762"/>
          </a:xfrm>
        </p:spPr>
        <p:txBody>
          <a:bodyPr/>
          <a:lstStyle>
            <a:lvl1pPr marL="0" indent="0" algn="ctr">
              <a:buNone/>
              <a:defRPr sz="1488"/>
            </a:lvl1pPr>
            <a:lvl2pPr marL="283373" indent="0" algn="ctr">
              <a:buNone/>
              <a:defRPr sz="1240"/>
            </a:lvl2pPr>
            <a:lvl3pPr marL="566745" indent="0" algn="ctr">
              <a:buNone/>
              <a:defRPr sz="1116"/>
            </a:lvl3pPr>
            <a:lvl4pPr marL="850118" indent="0" algn="ctr">
              <a:buNone/>
              <a:defRPr sz="992"/>
            </a:lvl4pPr>
            <a:lvl5pPr marL="1133490" indent="0" algn="ctr">
              <a:buNone/>
              <a:defRPr sz="992"/>
            </a:lvl5pPr>
            <a:lvl6pPr marL="1416863" indent="0" algn="ctr">
              <a:buNone/>
              <a:defRPr sz="992"/>
            </a:lvl6pPr>
            <a:lvl7pPr marL="1700235" indent="0" algn="ctr">
              <a:buNone/>
              <a:defRPr sz="992"/>
            </a:lvl7pPr>
            <a:lvl8pPr marL="1983608" indent="0" algn="ctr">
              <a:buNone/>
              <a:defRPr sz="992"/>
            </a:lvl8pPr>
            <a:lvl9pPr marL="2266980" indent="0" algn="ctr">
              <a:buNone/>
              <a:defRPr sz="992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ABFA7-D100-5B1B-10B4-271B4604E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BCA8-90DB-4D97-BB85-C321F5FFDC10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60BCF-9CB1-C49F-EAE0-0716DE770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868E1-27A1-DB55-3B6E-A77DDAAC6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6D22-B9A3-4D53-BECF-43E12A719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86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FC074-EF7E-1F72-5EA8-4DAD1F174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93F29-286C-B61B-9C02-32063F7EE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9F381-46DD-35FA-438B-8C81F43F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BCA8-90DB-4D97-BB85-C321F5FFDC10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1CB94-B447-6B5F-0C19-402AB0E9B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8E90C-1DCB-6982-6707-EE88EB3B5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6D22-B9A3-4D53-BECF-43E12A719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395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948B0-812E-A9A4-0B0A-F8B9C6797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575" y="2665927"/>
            <a:ext cx="6517481" cy="4448157"/>
          </a:xfrm>
        </p:spPr>
        <p:txBody>
          <a:bodyPr anchor="b"/>
          <a:lstStyle>
            <a:lvl1pPr>
              <a:defRPr sz="37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09B40-562A-8A83-6EDB-DDBC2FD28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575" y="7156165"/>
            <a:ext cx="6517481" cy="2339180"/>
          </a:xfrm>
        </p:spPr>
        <p:txBody>
          <a:bodyPr/>
          <a:lstStyle>
            <a:lvl1pPr marL="0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1pPr>
            <a:lvl2pPr marL="283373" indent="0">
              <a:buNone/>
              <a:defRPr sz="1240">
                <a:solidFill>
                  <a:schemeClr val="tx1">
                    <a:tint val="82000"/>
                  </a:schemeClr>
                </a:solidFill>
              </a:defRPr>
            </a:lvl2pPr>
            <a:lvl3pPr marL="566745" indent="0">
              <a:buNone/>
              <a:defRPr sz="1116">
                <a:solidFill>
                  <a:schemeClr val="tx1">
                    <a:tint val="82000"/>
                  </a:schemeClr>
                </a:solidFill>
              </a:defRPr>
            </a:lvl3pPr>
            <a:lvl4pPr marL="850118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4pPr>
            <a:lvl5pPr marL="1133490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5pPr>
            <a:lvl6pPr marL="1416863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6pPr>
            <a:lvl7pPr marL="1700235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7pPr>
            <a:lvl8pPr marL="1983608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8pPr>
            <a:lvl9pPr marL="2266980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19338-4013-A919-B12B-4F915F490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BCA8-90DB-4D97-BB85-C321F5FFDC10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96C89-8136-5218-DBF9-EE65BBB5D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FBA0E-704D-D267-0AFD-9475E40DF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6D22-B9A3-4D53-BECF-43E12A719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901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577B6-FC73-B630-575A-E0B932FDD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98EF6-F121-0471-7736-98A5B3DCCD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510" y="2846623"/>
            <a:ext cx="321151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5F03C8-44CE-1BE1-B61A-3FB7D9378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25479" y="2846623"/>
            <a:ext cx="321151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C3425E-9638-2554-46FD-08D474F64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BCA8-90DB-4D97-BB85-C321F5FFDC10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F977A-475B-E6A9-D6A9-47D7F99F0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00487-0662-6EAA-946B-C9F2B054C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6D22-B9A3-4D53-BECF-43E12A719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313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B442F-20E2-F73D-FC5F-21341B5F2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5" y="569327"/>
            <a:ext cx="6517481" cy="2066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9A7A7-D66C-3361-7A8B-E88B46214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495" y="2621369"/>
            <a:ext cx="3196753" cy="128469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373" indent="0">
              <a:buNone/>
              <a:defRPr sz="1240" b="1"/>
            </a:lvl2pPr>
            <a:lvl3pPr marL="566745" indent="0">
              <a:buNone/>
              <a:defRPr sz="1116" b="1"/>
            </a:lvl3pPr>
            <a:lvl4pPr marL="850118" indent="0">
              <a:buNone/>
              <a:defRPr sz="992" b="1"/>
            </a:lvl4pPr>
            <a:lvl5pPr marL="1133490" indent="0">
              <a:buNone/>
              <a:defRPr sz="992" b="1"/>
            </a:lvl5pPr>
            <a:lvl6pPr marL="1416863" indent="0">
              <a:buNone/>
              <a:defRPr sz="992" b="1"/>
            </a:lvl6pPr>
            <a:lvl7pPr marL="1700235" indent="0">
              <a:buNone/>
              <a:defRPr sz="992" b="1"/>
            </a:lvl7pPr>
            <a:lvl8pPr marL="1983608" indent="0">
              <a:buNone/>
              <a:defRPr sz="992" b="1"/>
            </a:lvl8pPr>
            <a:lvl9pPr marL="2266980" indent="0">
              <a:buNone/>
              <a:defRPr sz="9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4C8E6-EB52-7D76-BFF7-DA46C8566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0495" y="3906061"/>
            <a:ext cx="3196753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A6ECA7-D8E3-FE09-2188-AE542E31B1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25479" y="2621369"/>
            <a:ext cx="3212497" cy="128469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373" indent="0">
              <a:buNone/>
              <a:defRPr sz="1240" b="1"/>
            </a:lvl2pPr>
            <a:lvl3pPr marL="566745" indent="0">
              <a:buNone/>
              <a:defRPr sz="1116" b="1"/>
            </a:lvl3pPr>
            <a:lvl4pPr marL="850118" indent="0">
              <a:buNone/>
              <a:defRPr sz="992" b="1"/>
            </a:lvl4pPr>
            <a:lvl5pPr marL="1133490" indent="0">
              <a:buNone/>
              <a:defRPr sz="992" b="1"/>
            </a:lvl5pPr>
            <a:lvl6pPr marL="1416863" indent="0">
              <a:buNone/>
              <a:defRPr sz="992" b="1"/>
            </a:lvl6pPr>
            <a:lvl7pPr marL="1700235" indent="0">
              <a:buNone/>
              <a:defRPr sz="992" b="1"/>
            </a:lvl7pPr>
            <a:lvl8pPr marL="1983608" indent="0">
              <a:buNone/>
              <a:defRPr sz="992" b="1"/>
            </a:lvl8pPr>
            <a:lvl9pPr marL="2266980" indent="0">
              <a:buNone/>
              <a:defRPr sz="9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9CEA59-7362-2A14-8606-DEC6A7E485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25479" y="3906061"/>
            <a:ext cx="3212497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05A217-C689-172C-5D57-422DA5088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BCA8-90DB-4D97-BB85-C321F5FFDC10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C23FE6-D765-6262-E98D-409060374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03EA6-C61E-024C-5D50-9368B393D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6D22-B9A3-4D53-BECF-43E12A719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58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D09B1-092E-6519-CB22-E9A5AC5B1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68F744-F8B4-8DEB-B81F-BE548063B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BCA8-90DB-4D97-BB85-C321F5FFDC10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DC79B4-A426-72D4-3F46-C3AF140B3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506797-B875-06D0-DEA7-66FD9558E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6D22-B9A3-4D53-BECF-43E12A719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71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F57D1B-013C-63EA-357A-D2CE6B522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BCA8-90DB-4D97-BB85-C321F5FFDC10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6E1856-D197-746A-FCAC-71825E7E0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EACC6-1C8A-E542-38F7-9ACDC2DA3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6D22-B9A3-4D53-BECF-43E12A719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883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B97CC-F04C-BBD9-CBFB-B447893A5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712893"/>
            <a:ext cx="2437168" cy="2495127"/>
          </a:xfrm>
        </p:spPr>
        <p:txBody>
          <a:bodyPr anchor="b"/>
          <a:lstStyle>
            <a:lvl1pPr>
              <a:defRPr sz="198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68603-CFBC-EE50-0ED8-B8E3F6456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2497" y="1539654"/>
            <a:ext cx="3825478" cy="7599245"/>
          </a:xfrm>
        </p:spPr>
        <p:txBody>
          <a:bodyPr/>
          <a:lstStyle>
            <a:lvl1pPr>
              <a:defRPr sz="1983"/>
            </a:lvl1pPr>
            <a:lvl2pPr>
              <a:defRPr sz="1735"/>
            </a:lvl2pPr>
            <a:lvl3pPr>
              <a:defRPr sz="1488"/>
            </a:lvl3pPr>
            <a:lvl4pPr>
              <a:defRPr sz="1240"/>
            </a:lvl4pPr>
            <a:lvl5pPr>
              <a:defRPr sz="1240"/>
            </a:lvl5pPr>
            <a:lvl6pPr>
              <a:defRPr sz="1240"/>
            </a:lvl6pPr>
            <a:lvl7pPr>
              <a:defRPr sz="1240"/>
            </a:lvl7pPr>
            <a:lvl8pPr>
              <a:defRPr sz="1240"/>
            </a:lvl8pPr>
            <a:lvl9pPr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B8B6E-30FC-1C88-8B20-DB6601073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494" y="3208020"/>
            <a:ext cx="2437168" cy="5943254"/>
          </a:xfrm>
        </p:spPr>
        <p:txBody>
          <a:bodyPr/>
          <a:lstStyle>
            <a:lvl1pPr marL="0" indent="0">
              <a:buNone/>
              <a:defRPr sz="992"/>
            </a:lvl1pPr>
            <a:lvl2pPr marL="283373" indent="0">
              <a:buNone/>
              <a:defRPr sz="868"/>
            </a:lvl2pPr>
            <a:lvl3pPr marL="566745" indent="0">
              <a:buNone/>
              <a:defRPr sz="744"/>
            </a:lvl3pPr>
            <a:lvl4pPr marL="850118" indent="0">
              <a:buNone/>
              <a:defRPr sz="620"/>
            </a:lvl4pPr>
            <a:lvl5pPr marL="1133490" indent="0">
              <a:buNone/>
              <a:defRPr sz="620"/>
            </a:lvl5pPr>
            <a:lvl6pPr marL="1416863" indent="0">
              <a:buNone/>
              <a:defRPr sz="620"/>
            </a:lvl6pPr>
            <a:lvl7pPr marL="1700235" indent="0">
              <a:buNone/>
              <a:defRPr sz="620"/>
            </a:lvl7pPr>
            <a:lvl8pPr marL="1983608" indent="0">
              <a:buNone/>
              <a:defRPr sz="620"/>
            </a:lvl8pPr>
            <a:lvl9pPr marL="2266980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E3F94-C212-3AB8-C889-2D1A4D150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BCA8-90DB-4D97-BB85-C321F5FFDC10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37CA8-B6E7-ECBA-97E0-F90539858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F96257-E97E-EA7B-FC4E-775052290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6D22-B9A3-4D53-BECF-43E12A719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41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D9324-7165-8BB8-E419-46F0F96A2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712893"/>
            <a:ext cx="2437168" cy="2495127"/>
          </a:xfrm>
        </p:spPr>
        <p:txBody>
          <a:bodyPr anchor="b"/>
          <a:lstStyle>
            <a:lvl1pPr>
              <a:defRPr sz="198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23B0F0-DD01-77AA-C828-2B3BA42AFD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212497" y="1539654"/>
            <a:ext cx="3825478" cy="7599245"/>
          </a:xfrm>
        </p:spPr>
        <p:txBody>
          <a:bodyPr/>
          <a:lstStyle>
            <a:lvl1pPr marL="0" indent="0">
              <a:buNone/>
              <a:defRPr sz="1983"/>
            </a:lvl1pPr>
            <a:lvl2pPr marL="283373" indent="0">
              <a:buNone/>
              <a:defRPr sz="1735"/>
            </a:lvl2pPr>
            <a:lvl3pPr marL="566745" indent="0">
              <a:buNone/>
              <a:defRPr sz="1488"/>
            </a:lvl3pPr>
            <a:lvl4pPr marL="850118" indent="0">
              <a:buNone/>
              <a:defRPr sz="1240"/>
            </a:lvl4pPr>
            <a:lvl5pPr marL="1133490" indent="0">
              <a:buNone/>
              <a:defRPr sz="1240"/>
            </a:lvl5pPr>
            <a:lvl6pPr marL="1416863" indent="0">
              <a:buNone/>
              <a:defRPr sz="1240"/>
            </a:lvl6pPr>
            <a:lvl7pPr marL="1700235" indent="0">
              <a:buNone/>
              <a:defRPr sz="1240"/>
            </a:lvl7pPr>
            <a:lvl8pPr marL="1983608" indent="0">
              <a:buNone/>
              <a:defRPr sz="1240"/>
            </a:lvl8pPr>
            <a:lvl9pPr marL="2266980" indent="0">
              <a:buNone/>
              <a:defRPr sz="124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A2B303-4BE2-58ED-AABE-45F334661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494" y="3208020"/>
            <a:ext cx="2437168" cy="5943254"/>
          </a:xfrm>
        </p:spPr>
        <p:txBody>
          <a:bodyPr/>
          <a:lstStyle>
            <a:lvl1pPr marL="0" indent="0">
              <a:buNone/>
              <a:defRPr sz="992"/>
            </a:lvl1pPr>
            <a:lvl2pPr marL="283373" indent="0">
              <a:buNone/>
              <a:defRPr sz="868"/>
            </a:lvl2pPr>
            <a:lvl3pPr marL="566745" indent="0">
              <a:buNone/>
              <a:defRPr sz="744"/>
            </a:lvl3pPr>
            <a:lvl4pPr marL="850118" indent="0">
              <a:buNone/>
              <a:defRPr sz="620"/>
            </a:lvl4pPr>
            <a:lvl5pPr marL="1133490" indent="0">
              <a:buNone/>
              <a:defRPr sz="620"/>
            </a:lvl5pPr>
            <a:lvl6pPr marL="1416863" indent="0">
              <a:buNone/>
              <a:defRPr sz="620"/>
            </a:lvl6pPr>
            <a:lvl7pPr marL="1700235" indent="0">
              <a:buNone/>
              <a:defRPr sz="620"/>
            </a:lvl7pPr>
            <a:lvl8pPr marL="1983608" indent="0">
              <a:buNone/>
              <a:defRPr sz="620"/>
            </a:lvl8pPr>
            <a:lvl9pPr marL="2266980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4D6E39-21F8-AAA5-4BE5-13EE60F6F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BCA8-90DB-4D97-BB85-C321F5FFDC10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1C5D6-98D4-1413-6966-6CADE96A5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6F6484-655B-90D2-72D9-C47DD7E4F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6D22-B9A3-4D53-BECF-43E12A719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97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910D2-0A12-91AD-9CBD-7B4E7A590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DAE542-5E3F-3AD1-90E3-CF9217B19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EB554-2CB9-C044-B212-097DA9C17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BCA8-90DB-4D97-BB85-C321F5FFDC10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6B62B-715E-1C26-8DCB-C943464A9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95887-F983-43D6-490D-52E2BD44B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6D22-B9A3-4D53-BECF-43E12A719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148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C8F3FE-F186-1ADE-E521-BE17FD83EB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407620" y="569325"/>
            <a:ext cx="1629370" cy="9062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58FF9C-262D-DF97-8208-E9FD2E041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9510" y="569325"/>
            <a:ext cx="4793655" cy="9062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D5E98-FECF-DCD6-632E-A6A0D883C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BCA8-90DB-4D97-BB85-C321F5FFDC10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56053-E3F9-63FE-E800-3A7A98ED8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B75C3-4F09-F452-AEAC-AF0A68436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B6D22-B9A3-4D53-BECF-43E12A719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497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F6976-5CCD-0196-19EF-542AFC2BA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11" y="569327"/>
            <a:ext cx="6517481" cy="206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CABB7-7ACD-D6BE-A594-E038401AD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9511" y="2846623"/>
            <a:ext cx="6517481" cy="678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2C3C1-71CF-442B-AD15-011D5AF8A0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9510" y="9911200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F0BCA8-90DB-4D97-BB85-C321F5FFDC10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B1181-FC50-0D05-9F87-F4F42E84AB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3092" y="9911200"/>
            <a:ext cx="2550319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19BA1-5D6B-C203-25CF-992D10EC85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36779" y="9911200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DB6D22-B9A3-4D53-BECF-43E12A719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25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66745" rtl="0" eaLnBrk="1" latinLnBrk="0" hangingPunct="1">
        <a:lnSpc>
          <a:spcPct val="90000"/>
        </a:lnSpc>
        <a:spcBef>
          <a:spcPct val="0"/>
        </a:spcBef>
        <a:buNone/>
        <a:defRPr sz="27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686" indent="-141686" algn="l" defTabSz="566745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1735" kern="1200">
          <a:solidFill>
            <a:schemeClr val="tx1"/>
          </a:solidFill>
          <a:latin typeface="+mn-lt"/>
          <a:ea typeface="+mn-ea"/>
          <a:cs typeface="+mn-cs"/>
        </a:defRPr>
      </a:lvl1pPr>
      <a:lvl2pPr marL="425059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08431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3pPr>
      <a:lvl4pPr marL="991804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275177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558549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841922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2125294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408667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1pPr>
      <a:lvl2pPr marL="28337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2pPr>
      <a:lvl3pPr marL="56674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3pPr>
      <a:lvl4pPr marL="85011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13349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41686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70023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198360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26698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AAA78F5-DC53-DFAF-6A9B-FBB2374664F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358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8508788-0F4D-2980-3ECF-1221CD6956E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005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929B8F8-6F79-A89C-B1CC-87E61DF6767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554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740EED8-E6F4-0845-8354-0313DE93626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906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E039402-43F4-B7A5-E1F3-7D4E75A7D19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385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A61B24C-2A02-A717-62D3-51C410ECE1A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116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2A5E449-482E-894B-B401-C87560505E9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904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461A9A40-C089-F6AA-65EB-62FA7EA7B99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709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1C6731D-DA96-3F78-BAE8-18C158D7E09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052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8987AE6-B244-7516-94F4-E152CAE9D5E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981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184365A-06F4-36CE-9772-56140B50664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935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9E4DBDD-265D-F4A4-8260-3E0ED490121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126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44668FD-A7E0-947F-9816-6A894B2CAC3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774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F0930BE-11D2-D563-328E-E895F5EEA9B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981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7C1D1B2-99D5-EC4F-32C4-5FC838D330D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454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A4316F7-91FA-D3CB-1B5D-B7EE0585997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321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CE8E3D8-6052-7A5B-4944-59CD4080A7A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97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Bedant Arya</dc:creator>
  <cp:lastModifiedBy>Bedant Arya</cp:lastModifiedBy>
  <cp:revision>1</cp:revision>
  <dcterms:created xsi:type="dcterms:W3CDTF">2026-07-11T05:33:43Z</dcterms:created>
  <dcterms:modified xsi:type="dcterms:W3CDTF">2026-07-11T05:33:44Z</dcterms:modified>
</cp:coreProperties>
</file>