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7556500" cy="10693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3" d="100"/>
          <a:sy n="23" d="100"/>
        </p:scale>
        <p:origin x="19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082D-CDCD-9B59-F6BB-C67A7FFA4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564" y="1750055"/>
            <a:ext cx="5667375" cy="3722887"/>
          </a:xfrm>
        </p:spPr>
        <p:txBody>
          <a:bodyPr anchor="b"/>
          <a:lstStyle>
            <a:lvl1pPr algn="ctr">
              <a:defRPr sz="371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C3374B-345F-211D-ABB0-230E723CB9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564" y="5616511"/>
            <a:ext cx="5667375" cy="2581762"/>
          </a:xfrm>
        </p:spPr>
        <p:txBody>
          <a:bodyPr/>
          <a:lstStyle>
            <a:lvl1pPr marL="0" indent="0" algn="ctr">
              <a:buNone/>
              <a:defRPr sz="1488"/>
            </a:lvl1pPr>
            <a:lvl2pPr marL="283373" indent="0" algn="ctr">
              <a:buNone/>
              <a:defRPr sz="1240"/>
            </a:lvl2pPr>
            <a:lvl3pPr marL="566745" indent="0" algn="ctr">
              <a:buNone/>
              <a:defRPr sz="1116"/>
            </a:lvl3pPr>
            <a:lvl4pPr marL="850118" indent="0" algn="ctr">
              <a:buNone/>
              <a:defRPr sz="992"/>
            </a:lvl4pPr>
            <a:lvl5pPr marL="1133490" indent="0" algn="ctr">
              <a:buNone/>
              <a:defRPr sz="992"/>
            </a:lvl5pPr>
            <a:lvl6pPr marL="1416863" indent="0" algn="ctr">
              <a:buNone/>
              <a:defRPr sz="992"/>
            </a:lvl6pPr>
            <a:lvl7pPr marL="1700235" indent="0" algn="ctr">
              <a:buNone/>
              <a:defRPr sz="992"/>
            </a:lvl7pPr>
            <a:lvl8pPr marL="1983608" indent="0" algn="ctr">
              <a:buNone/>
              <a:defRPr sz="992"/>
            </a:lvl8pPr>
            <a:lvl9pPr marL="2266980" indent="0" algn="ctr">
              <a:buNone/>
              <a:defRPr sz="992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64C1D-E119-3072-9C19-9094CBE3E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818DE-973B-F0B4-7F7A-09AA5B30A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22FE2-0CC2-8F95-39AF-9488CA222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18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A30EC-22F4-D877-D745-B7C1A0E15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CFB9B-3632-5649-28D4-CDBAEB4B9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9BBD2-ADFE-5A5F-22E9-D9A00BB25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AF2051-FA0C-50CE-65DB-74BA3D1F3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532E5-D284-1C86-9963-1C2F7006B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140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DC8D7-B40B-0B30-7443-3C43E701D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575" y="2665927"/>
            <a:ext cx="6517481" cy="4448157"/>
          </a:xfrm>
        </p:spPr>
        <p:txBody>
          <a:bodyPr anchor="b"/>
          <a:lstStyle>
            <a:lvl1pPr>
              <a:defRPr sz="371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4CBE8-48CB-BAA0-CCE1-98899D712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575" y="7156165"/>
            <a:ext cx="6517481" cy="2339180"/>
          </a:xfrm>
        </p:spPr>
        <p:txBody>
          <a:bodyPr/>
          <a:lstStyle>
            <a:lvl1pPr marL="0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1pPr>
            <a:lvl2pPr marL="283373" indent="0">
              <a:buNone/>
              <a:defRPr sz="1240">
                <a:solidFill>
                  <a:schemeClr val="tx1">
                    <a:tint val="82000"/>
                  </a:schemeClr>
                </a:solidFill>
              </a:defRPr>
            </a:lvl2pPr>
            <a:lvl3pPr marL="566745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3pPr>
            <a:lvl4pPr marL="850118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4pPr>
            <a:lvl5pPr marL="1133490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5pPr>
            <a:lvl6pPr marL="1416863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6pPr>
            <a:lvl7pPr marL="1700235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7pPr>
            <a:lvl8pPr marL="1983608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8pPr>
            <a:lvl9pPr marL="2266980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2793A-46C2-238F-30D2-BB4B9069B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FA876-DED2-0115-BA13-557BE367A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70240-B39D-57CC-032F-01500DA9F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739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688AA-3B2B-C8E1-0E16-FDC137728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18357-545D-A395-CCC0-A764CD6A11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510" y="2846623"/>
            <a:ext cx="3211513" cy="6784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7515C3-6A1F-E18E-0F35-A34555FB8F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25479" y="2846623"/>
            <a:ext cx="3211513" cy="6784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40D50B-6701-DC1B-F88D-B524A8096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7D23F-FF17-761F-608B-BB979595F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B209D-7C20-6E67-FF36-366A9C754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473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939C-C3DB-D0D2-6458-ACC05EFAA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5" y="569327"/>
            <a:ext cx="6517481" cy="2066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8FD7F-E561-70F7-6819-D19BE79F5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0495" y="2621369"/>
            <a:ext cx="3196753" cy="1284692"/>
          </a:xfrm>
        </p:spPr>
        <p:txBody>
          <a:bodyPr anchor="b"/>
          <a:lstStyle>
            <a:lvl1pPr marL="0" indent="0">
              <a:buNone/>
              <a:defRPr sz="1488" b="1"/>
            </a:lvl1pPr>
            <a:lvl2pPr marL="283373" indent="0">
              <a:buNone/>
              <a:defRPr sz="1240" b="1"/>
            </a:lvl2pPr>
            <a:lvl3pPr marL="566745" indent="0">
              <a:buNone/>
              <a:defRPr sz="1116" b="1"/>
            </a:lvl3pPr>
            <a:lvl4pPr marL="850118" indent="0">
              <a:buNone/>
              <a:defRPr sz="992" b="1"/>
            </a:lvl4pPr>
            <a:lvl5pPr marL="1133490" indent="0">
              <a:buNone/>
              <a:defRPr sz="992" b="1"/>
            </a:lvl5pPr>
            <a:lvl6pPr marL="1416863" indent="0">
              <a:buNone/>
              <a:defRPr sz="992" b="1"/>
            </a:lvl6pPr>
            <a:lvl7pPr marL="1700235" indent="0">
              <a:buNone/>
              <a:defRPr sz="992" b="1"/>
            </a:lvl7pPr>
            <a:lvl8pPr marL="1983608" indent="0">
              <a:buNone/>
              <a:defRPr sz="992" b="1"/>
            </a:lvl8pPr>
            <a:lvl9pPr marL="2266980" indent="0">
              <a:buNone/>
              <a:defRPr sz="9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3AAB8E-48E4-A1BA-C536-76D7D63F2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0495" y="3906061"/>
            <a:ext cx="3196753" cy="5745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1F5E42-5065-C6CD-371E-52F34694B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825479" y="2621369"/>
            <a:ext cx="3212497" cy="1284692"/>
          </a:xfrm>
        </p:spPr>
        <p:txBody>
          <a:bodyPr anchor="b"/>
          <a:lstStyle>
            <a:lvl1pPr marL="0" indent="0">
              <a:buNone/>
              <a:defRPr sz="1488" b="1"/>
            </a:lvl1pPr>
            <a:lvl2pPr marL="283373" indent="0">
              <a:buNone/>
              <a:defRPr sz="1240" b="1"/>
            </a:lvl2pPr>
            <a:lvl3pPr marL="566745" indent="0">
              <a:buNone/>
              <a:defRPr sz="1116" b="1"/>
            </a:lvl3pPr>
            <a:lvl4pPr marL="850118" indent="0">
              <a:buNone/>
              <a:defRPr sz="992" b="1"/>
            </a:lvl4pPr>
            <a:lvl5pPr marL="1133490" indent="0">
              <a:buNone/>
              <a:defRPr sz="992" b="1"/>
            </a:lvl5pPr>
            <a:lvl6pPr marL="1416863" indent="0">
              <a:buNone/>
              <a:defRPr sz="992" b="1"/>
            </a:lvl6pPr>
            <a:lvl7pPr marL="1700235" indent="0">
              <a:buNone/>
              <a:defRPr sz="992" b="1"/>
            </a:lvl7pPr>
            <a:lvl8pPr marL="1983608" indent="0">
              <a:buNone/>
              <a:defRPr sz="992" b="1"/>
            </a:lvl8pPr>
            <a:lvl9pPr marL="2266980" indent="0">
              <a:buNone/>
              <a:defRPr sz="9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9F60F3-DA7C-68AF-1C09-61FBB15506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25479" y="3906061"/>
            <a:ext cx="3212497" cy="5745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C3CDB4-CADB-9F2B-A949-9E29DE0FB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25B675-422E-C0B6-6A14-AF108AD4B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5892A8-9EDD-1CB8-3C1F-646333542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73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3DDAB-58AD-E081-2CA0-3EFA4D997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FFF249-4C2A-BFF4-C05F-00C2ADF53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52CA46-32D5-A23C-5FED-B6180F3AEA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3B9131-5567-2530-66A4-5E271AA1A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075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613A58-2F0D-B0C9-E246-D10D4C56D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7D560C-9C81-D7B6-0AF3-47C6C0AE6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76D5D-5C5F-A055-2B8B-92AC9F058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0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E0F04-55EA-6438-3514-68F5D8195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4" y="712893"/>
            <a:ext cx="2437168" cy="2495127"/>
          </a:xfrm>
        </p:spPr>
        <p:txBody>
          <a:bodyPr anchor="b"/>
          <a:lstStyle>
            <a:lvl1pPr>
              <a:defRPr sz="19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E39ED-2FAC-13D3-EB3D-180868062A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2497" y="1539654"/>
            <a:ext cx="3825478" cy="7599245"/>
          </a:xfrm>
        </p:spPr>
        <p:txBody>
          <a:bodyPr/>
          <a:lstStyle>
            <a:lvl1pPr>
              <a:defRPr sz="1983"/>
            </a:lvl1pPr>
            <a:lvl2pPr>
              <a:defRPr sz="1735"/>
            </a:lvl2pPr>
            <a:lvl3pPr>
              <a:defRPr sz="1488"/>
            </a:lvl3pPr>
            <a:lvl4pPr>
              <a:defRPr sz="1240"/>
            </a:lvl4pPr>
            <a:lvl5pPr>
              <a:defRPr sz="1240"/>
            </a:lvl5pPr>
            <a:lvl6pPr>
              <a:defRPr sz="1240"/>
            </a:lvl6pPr>
            <a:lvl7pPr>
              <a:defRPr sz="1240"/>
            </a:lvl7pPr>
            <a:lvl8pPr>
              <a:defRPr sz="1240"/>
            </a:lvl8pPr>
            <a:lvl9pPr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80271D-EA94-67D9-36B0-AD3D6A29C8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0494" y="3208020"/>
            <a:ext cx="2437168" cy="5943254"/>
          </a:xfrm>
        </p:spPr>
        <p:txBody>
          <a:bodyPr/>
          <a:lstStyle>
            <a:lvl1pPr marL="0" indent="0">
              <a:buNone/>
              <a:defRPr sz="992"/>
            </a:lvl1pPr>
            <a:lvl2pPr marL="283373" indent="0">
              <a:buNone/>
              <a:defRPr sz="868"/>
            </a:lvl2pPr>
            <a:lvl3pPr marL="566745" indent="0">
              <a:buNone/>
              <a:defRPr sz="744"/>
            </a:lvl3pPr>
            <a:lvl4pPr marL="850118" indent="0">
              <a:buNone/>
              <a:defRPr sz="620"/>
            </a:lvl4pPr>
            <a:lvl5pPr marL="1133490" indent="0">
              <a:buNone/>
              <a:defRPr sz="620"/>
            </a:lvl5pPr>
            <a:lvl6pPr marL="1416863" indent="0">
              <a:buNone/>
              <a:defRPr sz="620"/>
            </a:lvl6pPr>
            <a:lvl7pPr marL="1700235" indent="0">
              <a:buNone/>
              <a:defRPr sz="620"/>
            </a:lvl7pPr>
            <a:lvl8pPr marL="1983608" indent="0">
              <a:buNone/>
              <a:defRPr sz="620"/>
            </a:lvl8pPr>
            <a:lvl9pPr marL="2266980" indent="0">
              <a:buNone/>
              <a:defRPr sz="6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85C521-7A69-3C60-3950-285D02F9F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E9C6B-765C-96FC-F46C-8AA78D78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927617-6036-8BA5-C8FA-BC646BCA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05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5B46E-0307-FA37-1A44-570433406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4" y="712893"/>
            <a:ext cx="2437168" cy="2495127"/>
          </a:xfrm>
        </p:spPr>
        <p:txBody>
          <a:bodyPr anchor="b"/>
          <a:lstStyle>
            <a:lvl1pPr>
              <a:defRPr sz="19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F8D6B1-D626-676D-3C9F-E36D424341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212497" y="1539654"/>
            <a:ext cx="3825478" cy="7599245"/>
          </a:xfrm>
        </p:spPr>
        <p:txBody>
          <a:bodyPr/>
          <a:lstStyle>
            <a:lvl1pPr marL="0" indent="0">
              <a:buNone/>
              <a:defRPr sz="1983"/>
            </a:lvl1pPr>
            <a:lvl2pPr marL="283373" indent="0">
              <a:buNone/>
              <a:defRPr sz="1735"/>
            </a:lvl2pPr>
            <a:lvl3pPr marL="566745" indent="0">
              <a:buNone/>
              <a:defRPr sz="1488"/>
            </a:lvl3pPr>
            <a:lvl4pPr marL="850118" indent="0">
              <a:buNone/>
              <a:defRPr sz="1240"/>
            </a:lvl4pPr>
            <a:lvl5pPr marL="1133490" indent="0">
              <a:buNone/>
              <a:defRPr sz="1240"/>
            </a:lvl5pPr>
            <a:lvl6pPr marL="1416863" indent="0">
              <a:buNone/>
              <a:defRPr sz="1240"/>
            </a:lvl6pPr>
            <a:lvl7pPr marL="1700235" indent="0">
              <a:buNone/>
              <a:defRPr sz="1240"/>
            </a:lvl7pPr>
            <a:lvl8pPr marL="1983608" indent="0">
              <a:buNone/>
              <a:defRPr sz="1240"/>
            </a:lvl8pPr>
            <a:lvl9pPr marL="2266980" indent="0">
              <a:buNone/>
              <a:defRPr sz="124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8CCFB-E58E-8541-0043-50EA2476D7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0494" y="3208020"/>
            <a:ext cx="2437168" cy="5943254"/>
          </a:xfrm>
        </p:spPr>
        <p:txBody>
          <a:bodyPr/>
          <a:lstStyle>
            <a:lvl1pPr marL="0" indent="0">
              <a:buNone/>
              <a:defRPr sz="992"/>
            </a:lvl1pPr>
            <a:lvl2pPr marL="283373" indent="0">
              <a:buNone/>
              <a:defRPr sz="868"/>
            </a:lvl2pPr>
            <a:lvl3pPr marL="566745" indent="0">
              <a:buNone/>
              <a:defRPr sz="744"/>
            </a:lvl3pPr>
            <a:lvl4pPr marL="850118" indent="0">
              <a:buNone/>
              <a:defRPr sz="620"/>
            </a:lvl4pPr>
            <a:lvl5pPr marL="1133490" indent="0">
              <a:buNone/>
              <a:defRPr sz="620"/>
            </a:lvl5pPr>
            <a:lvl6pPr marL="1416863" indent="0">
              <a:buNone/>
              <a:defRPr sz="620"/>
            </a:lvl6pPr>
            <a:lvl7pPr marL="1700235" indent="0">
              <a:buNone/>
              <a:defRPr sz="620"/>
            </a:lvl7pPr>
            <a:lvl8pPr marL="1983608" indent="0">
              <a:buNone/>
              <a:defRPr sz="620"/>
            </a:lvl8pPr>
            <a:lvl9pPr marL="2266980" indent="0">
              <a:buNone/>
              <a:defRPr sz="6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1C9E45-1E1B-2DCB-BCC0-4C8D012BE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D755C-026E-A367-BBBB-7F3119B37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2D521B-F4D1-904E-9BC3-B75D75D4C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461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D911E-CF7E-1620-2606-F815959B2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E38904-035A-86AE-9823-788B3E40E3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A2D92-20A1-531F-2AFA-C4D47F93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028E3-726A-64C1-E197-64F627E7C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9D50E-C530-78DB-5514-0F0AE7E64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894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17623C-30B0-1F1E-568B-DE51EC7CC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5407620" y="569325"/>
            <a:ext cx="1629370" cy="90621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E46318-7540-1ADC-E3C3-0E8FDD0D8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9510" y="569325"/>
            <a:ext cx="4793655" cy="90621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317BDE-0889-AD03-F719-6809A6443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608CE-45FF-8125-37FF-54FA24C72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1A000-12BC-99C1-1B17-D09953202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47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9F5386-DC2B-A2AD-5FAB-FFC936966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511" y="569327"/>
            <a:ext cx="6517481" cy="20668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96686-C609-889C-79EA-E5C1D2E4B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9511" y="2846623"/>
            <a:ext cx="6517481" cy="6784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16CDA-913D-9CD5-C8CB-E08C4C191E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9510" y="9911200"/>
            <a:ext cx="1700213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60E8BC-2008-488A-91D3-42E9EA121979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0AB4B-A160-D815-E764-D090E69BF4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3092" y="9911200"/>
            <a:ext cx="2550319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A4641-6E46-7AA8-E987-96F8A47104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36779" y="9911200"/>
            <a:ext cx="1700213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098AEC-CBAB-47D2-8592-558BC0B61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324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66745" rtl="0" eaLnBrk="1" latinLnBrk="0" hangingPunct="1">
        <a:lnSpc>
          <a:spcPct val="90000"/>
        </a:lnSpc>
        <a:spcBef>
          <a:spcPct val="0"/>
        </a:spcBef>
        <a:buNone/>
        <a:defRPr sz="272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1686" indent="-141686" algn="l" defTabSz="566745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1pPr>
      <a:lvl2pPr marL="425059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08431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240" kern="1200">
          <a:solidFill>
            <a:schemeClr val="tx1"/>
          </a:solidFill>
          <a:latin typeface="+mn-lt"/>
          <a:ea typeface="+mn-ea"/>
          <a:cs typeface="+mn-cs"/>
        </a:defRPr>
      </a:lvl3pPr>
      <a:lvl4pPr marL="991804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275177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558549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841922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2125294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408667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1pPr>
      <a:lvl2pPr marL="283373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2pPr>
      <a:lvl3pPr marL="566745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3pPr>
      <a:lvl4pPr marL="850118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13349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416863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700235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1983608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26698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A3C7D3A9-C238-F68C-55F0-B57BD894504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669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5109D40-C484-EC73-7C9D-C6B310D2A16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0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0262E2C-C5D0-B679-9C18-0C10E4A59BC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240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7B895BA-2A80-921E-179A-77EFD2FCFAF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80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8109043-D0DC-D92A-1A85-E23D121478D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089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AC63663-2EA0-351F-F31B-12F00AAB2E9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445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8D18C86-FDD0-3ADD-22F8-738B41C8414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388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108D528-13C8-5FB4-63F1-4F8D243CBEA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675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FFA3141-0F32-5545-0E9A-A0D50B5F215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754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83CF6F5-3D13-04D1-8D55-7CD439FEE73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688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030A12B-ECB7-65F6-88F9-6C00B045CEF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121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5190DB2-5224-460F-866B-B9F2322122E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174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DA0ED23-8AAC-C11D-2EF1-DA92F1C0F27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292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8ADBA7B-D95E-AEEC-AA0C-E580E2D8AC6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730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1F75FEA-A8B9-FEE2-CA56-9C95064A05E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303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24E0FF1-153B-65A0-96DC-2109BE2C2EA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1904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EEB56B5-A0BD-07BC-A6FA-9D4D68FFBF7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0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Bedant Arya</dc:creator>
  <cp:lastModifiedBy>Bedant Arya</cp:lastModifiedBy>
  <cp:revision>1</cp:revision>
  <dcterms:created xsi:type="dcterms:W3CDTF">2026-07-11T04:43:49Z</dcterms:created>
  <dcterms:modified xsi:type="dcterms:W3CDTF">2026-07-11T04:43:49Z</dcterms:modified>
</cp:coreProperties>
</file>