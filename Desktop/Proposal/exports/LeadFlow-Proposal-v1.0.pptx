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7556500" cy="10693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3" d="100"/>
          <a:sy n="23" d="100"/>
        </p:scale>
        <p:origin x="194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26BE7-CC2A-E090-1516-3340998988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564" y="1750055"/>
            <a:ext cx="5667375" cy="3722887"/>
          </a:xfrm>
        </p:spPr>
        <p:txBody>
          <a:bodyPr anchor="b"/>
          <a:lstStyle>
            <a:lvl1pPr algn="ctr">
              <a:defRPr sz="371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3739B2-54E2-5ECD-EFCC-F1F1C2D982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564" y="5616511"/>
            <a:ext cx="5667375" cy="2581762"/>
          </a:xfrm>
        </p:spPr>
        <p:txBody>
          <a:bodyPr/>
          <a:lstStyle>
            <a:lvl1pPr marL="0" indent="0" algn="ctr">
              <a:buNone/>
              <a:defRPr sz="1488"/>
            </a:lvl1pPr>
            <a:lvl2pPr marL="283373" indent="0" algn="ctr">
              <a:buNone/>
              <a:defRPr sz="1240"/>
            </a:lvl2pPr>
            <a:lvl3pPr marL="566745" indent="0" algn="ctr">
              <a:buNone/>
              <a:defRPr sz="1116"/>
            </a:lvl3pPr>
            <a:lvl4pPr marL="850118" indent="0" algn="ctr">
              <a:buNone/>
              <a:defRPr sz="992"/>
            </a:lvl4pPr>
            <a:lvl5pPr marL="1133490" indent="0" algn="ctr">
              <a:buNone/>
              <a:defRPr sz="992"/>
            </a:lvl5pPr>
            <a:lvl6pPr marL="1416863" indent="0" algn="ctr">
              <a:buNone/>
              <a:defRPr sz="992"/>
            </a:lvl6pPr>
            <a:lvl7pPr marL="1700235" indent="0" algn="ctr">
              <a:buNone/>
              <a:defRPr sz="992"/>
            </a:lvl7pPr>
            <a:lvl8pPr marL="1983608" indent="0" algn="ctr">
              <a:buNone/>
              <a:defRPr sz="992"/>
            </a:lvl8pPr>
            <a:lvl9pPr marL="2266980" indent="0" algn="ctr">
              <a:buNone/>
              <a:defRPr sz="992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BF69E-496A-EDD7-A6D2-3D81F12D9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D9C77-6EC3-4D89-8A0D-C68FA7E8B712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F112DC-C380-A937-BFFB-F0B04E555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9C591-67B3-6D2F-3120-FAEFCE191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15C20-D0E9-41CE-87D5-BCE849F24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9904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4E5A3-ABC8-7D51-EB35-CF31ADD4C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B194A-CA7A-2916-69BE-480810A11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DCB60F-91FA-2A5B-31A5-2BB524CC1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D9C77-6EC3-4D89-8A0D-C68FA7E8B712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BD7FCF-0C0C-4607-4896-71541EA29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FBDB8-04FF-D324-D82B-01E9232D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15C20-D0E9-41CE-87D5-BCE849F24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426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B61B2-69F0-02CA-E214-E530D1816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575" y="2665927"/>
            <a:ext cx="6517481" cy="4448157"/>
          </a:xfrm>
        </p:spPr>
        <p:txBody>
          <a:bodyPr anchor="b"/>
          <a:lstStyle>
            <a:lvl1pPr>
              <a:defRPr sz="371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AF39C9-120A-BA26-6865-26E6ED8B65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575" y="7156165"/>
            <a:ext cx="6517481" cy="2339180"/>
          </a:xfrm>
        </p:spPr>
        <p:txBody>
          <a:bodyPr/>
          <a:lstStyle>
            <a:lvl1pPr marL="0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1pPr>
            <a:lvl2pPr marL="283373" indent="0">
              <a:buNone/>
              <a:defRPr sz="1240">
                <a:solidFill>
                  <a:schemeClr val="tx1">
                    <a:tint val="82000"/>
                  </a:schemeClr>
                </a:solidFill>
              </a:defRPr>
            </a:lvl2pPr>
            <a:lvl3pPr marL="566745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3pPr>
            <a:lvl4pPr marL="850118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4pPr>
            <a:lvl5pPr marL="1133490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5pPr>
            <a:lvl6pPr marL="1416863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6pPr>
            <a:lvl7pPr marL="1700235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7pPr>
            <a:lvl8pPr marL="1983608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8pPr>
            <a:lvl9pPr marL="2266980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D2F3BB-B16C-AD6E-FC12-3D350BB8C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D9C77-6EC3-4D89-8A0D-C68FA7E8B712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8517F0-9013-69FC-EA91-E3D6B4FD7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22B1D-FEAC-95DA-B8D1-86834535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15C20-D0E9-41CE-87D5-BCE849F24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30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133E0-715F-E6B5-A6B5-510D0079F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B81E9-9D3F-42D2-15AD-4BC8FB4260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9510" y="2846623"/>
            <a:ext cx="3211513" cy="67848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2EF95E-A96B-BDA4-0737-353B40C6BE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25479" y="2846623"/>
            <a:ext cx="3211513" cy="67848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EB6D51-F5F2-095B-0CE8-4D050ABFF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D9C77-6EC3-4D89-8A0D-C68FA7E8B712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7365A-B20A-1259-596A-22882A97B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769B1B-8C69-D90E-1846-E433C1BA2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15C20-D0E9-41CE-87D5-BCE849F24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859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125E5-1F28-18C8-FD86-79625D784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495" y="569327"/>
            <a:ext cx="6517481" cy="20668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0406AE-98E4-6365-B4B7-611EF719DF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0495" y="2621369"/>
            <a:ext cx="3196753" cy="1284692"/>
          </a:xfrm>
        </p:spPr>
        <p:txBody>
          <a:bodyPr anchor="b"/>
          <a:lstStyle>
            <a:lvl1pPr marL="0" indent="0">
              <a:buNone/>
              <a:defRPr sz="1488" b="1"/>
            </a:lvl1pPr>
            <a:lvl2pPr marL="283373" indent="0">
              <a:buNone/>
              <a:defRPr sz="1240" b="1"/>
            </a:lvl2pPr>
            <a:lvl3pPr marL="566745" indent="0">
              <a:buNone/>
              <a:defRPr sz="1116" b="1"/>
            </a:lvl3pPr>
            <a:lvl4pPr marL="850118" indent="0">
              <a:buNone/>
              <a:defRPr sz="992" b="1"/>
            </a:lvl4pPr>
            <a:lvl5pPr marL="1133490" indent="0">
              <a:buNone/>
              <a:defRPr sz="992" b="1"/>
            </a:lvl5pPr>
            <a:lvl6pPr marL="1416863" indent="0">
              <a:buNone/>
              <a:defRPr sz="992" b="1"/>
            </a:lvl6pPr>
            <a:lvl7pPr marL="1700235" indent="0">
              <a:buNone/>
              <a:defRPr sz="992" b="1"/>
            </a:lvl7pPr>
            <a:lvl8pPr marL="1983608" indent="0">
              <a:buNone/>
              <a:defRPr sz="992" b="1"/>
            </a:lvl8pPr>
            <a:lvl9pPr marL="2266980" indent="0">
              <a:buNone/>
              <a:defRPr sz="99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20C78F-9F58-A471-EC00-127789143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0495" y="3906061"/>
            <a:ext cx="3196753" cy="5745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D9C9F6-0EDD-DD17-5E6A-8379147312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825479" y="2621369"/>
            <a:ext cx="3212497" cy="1284692"/>
          </a:xfrm>
        </p:spPr>
        <p:txBody>
          <a:bodyPr anchor="b"/>
          <a:lstStyle>
            <a:lvl1pPr marL="0" indent="0">
              <a:buNone/>
              <a:defRPr sz="1488" b="1"/>
            </a:lvl1pPr>
            <a:lvl2pPr marL="283373" indent="0">
              <a:buNone/>
              <a:defRPr sz="1240" b="1"/>
            </a:lvl2pPr>
            <a:lvl3pPr marL="566745" indent="0">
              <a:buNone/>
              <a:defRPr sz="1116" b="1"/>
            </a:lvl3pPr>
            <a:lvl4pPr marL="850118" indent="0">
              <a:buNone/>
              <a:defRPr sz="992" b="1"/>
            </a:lvl4pPr>
            <a:lvl5pPr marL="1133490" indent="0">
              <a:buNone/>
              <a:defRPr sz="992" b="1"/>
            </a:lvl5pPr>
            <a:lvl6pPr marL="1416863" indent="0">
              <a:buNone/>
              <a:defRPr sz="992" b="1"/>
            </a:lvl6pPr>
            <a:lvl7pPr marL="1700235" indent="0">
              <a:buNone/>
              <a:defRPr sz="992" b="1"/>
            </a:lvl7pPr>
            <a:lvl8pPr marL="1983608" indent="0">
              <a:buNone/>
              <a:defRPr sz="992" b="1"/>
            </a:lvl8pPr>
            <a:lvl9pPr marL="2266980" indent="0">
              <a:buNone/>
              <a:defRPr sz="99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A749AD-E7A2-BCE8-3568-13787B8DAD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825479" y="3906061"/>
            <a:ext cx="3212497" cy="5745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A35106-84D6-1C09-BED0-52EAFE853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D9C77-6EC3-4D89-8A0D-C68FA7E8B712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7EAF57-ABFC-D9C6-C994-6067D4F85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80D8AE-2142-8BF0-D74D-C680A65E3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15C20-D0E9-41CE-87D5-BCE849F24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765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E5F51-A81A-95D7-CAF8-1FD9225A8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5E1782-049F-56BF-459F-D145D4ED7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D9C77-6EC3-4D89-8A0D-C68FA7E8B712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E180AE-42A2-8D2D-788E-0CC3F091D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2B5702-0A8B-E564-BE43-D1A1B7045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15C20-D0E9-41CE-87D5-BCE849F24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236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8896CA-5A34-5F17-2811-8F8F6D2EE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D9C77-6EC3-4D89-8A0D-C68FA7E8B712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55BA59-488E-7A04-ED9E-6B939463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E5459-8F6E-5523-80BB-E306F2857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15C20-D0E9-41CE-87D5-BCE849F24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325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A5F63-993D-C5C9-44E4-050E3BFF3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494" y="712893"/>
            <a:ext cx="2437168" cy="2495127"/>
          </a:xfrm>
        </p:spPr>
        <p:txBody>
          <a:bodyPr anchor="b"/>
          <a:lstStyle>
            <a:lvl1pPr>
              <a:defRPr sz="198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EEA42-0D10-1CC7-857F-0AB5F28154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2497" y="1539654"/>
            <a:ext cx="3825478" cy="7599245"/>
          </a:xfrm>
        </p:spPr>
        <p:txBody>
          <a:bodyPr/>
          <a:lstStyle>
            <a:lvl1pPr>
              <a:defRPr sz="1983"/>
            </a:lvl1pPr>
            <a:lvl2pPr>
              <a:defRPr sz="1735"/>
            </a:lvl2pPr>
            <a:lvl3pPr>
              <a:defRPr sz="1488"/>
            </a:lvl3pPr>
            <a:lvl4pPr>
              <a:defRPr sz="1240"/>
            </a:lvl4pPr>
            <a:lvl5pPr>
              <a:defRPr sz="1240"/>
            </a:lvl5pPr>
            <a:lvl6pPr>
              <a:defRPr sz="1240"/>
            </a:lvl6pPr>
            <a:lvl7pPr>
              <a:defRPr sz="1240"/>
            </a:lvl7pPr>
            <a:lvl8pPr>
              <a:defRPr sz="1240"/>
            </a:lvl8pPr>
            <a:lvl9pPr>
              <a:defRPr sz="12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CC122D-DB31-9931-3210-5158B0F0E5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0494" y="3208020"/>
            <a:ext cx="2437168" cy="5943254"/>
          </a:xfrm>
        </p:spPr>
        <p:txBody>
          <a:bodyPr/>
          <a:lstStyle>
            <a:lvl1pPr marL="0" indent="0">
              <a:buNone/>
              <a:defRPr sz="992"/>
            </a:lvl1pPr>
            <a:lvl2pPr marL="283373" indent="0">
              <a:buNone/>
              <a:defRPr sz="868"/>
            </a:lvl2pPr>
            <a:lvl3pPr marL="566745" indent="0">
              <a:buNone/>
              <a:defRPr sz="744"/>
            </a:lvl3pPr>
            <a:lvl4pPr marL="850118" indent="0">
              <a:buNone/>
              <a:defRPr sz="620"/>
            </a:lvl4pPr>
            <a:lvl5pPr marL="1133490" indent="0">
              <a:buNone/>
              <a:defRPr sz="620"/>
            </a:lvl5pPr>
            <a:lvl6pPr marL="1416863" indent="0">
              <a:buNone/>
              <a:defRPr sz="620"/>
            </a:lvl6pPr>
            <a:lvl7pPr marL="1700235" indent="0">
              <a:buNone/>
              <a:defRPr sz="620"/>
            </a:lvl7pPr>
            <a:lvl8pPr marL="1983608" indent="0">
              <a:buNone/>
              <a:defRPr sz="620"/>
            </a:lvl8pPr>
            <a:lvl9pPr marL="2266980" indent="0">
              <a:buNone/>
              <a:defRPr sz="6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2552D-669D-A8E8-F9F1-29F517AB1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D9C77-6EC3-4D89-8A0D-C68FA7E8B712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D95D5B-9505-DF8F-0884-017F5586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455057-ACDD-AF0B-B831-6A327ADC4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15C20-D0E9-41CE-87D5-BCE849F24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090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2EF9E-47A5-105E-E594-EDBAA4C9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494" y="712893"/>
            <a:ext cx="2437168" cy="2495127"/>
          </a:xfrm>
        </p:spPr>
        <p:txBody>
          <a:bodyPr anchor="b"/>
          <a:lstStyle>
            <a:lvl1pPr>
              <a:defRPr sz="198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EF978B-C1E7-60E0-A99A-75AEF4CDBF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212497" y="1539654"/>
            <a:ext cx="3825478" cy="7599245"/>
          </a:xfrm>
        </p:spPr>
        <p:txBody>
          <a:bodyPr/>
          <a:lstStyle>
            <a:lvl1pPr marL="0" indent="0">
              <a:buNone/>
              <a:defRPr sz="1983"/>
            </a:lvl1pPr>
            <a:lvl2pPr marL="283373" indent="0">
              <a:buNone/>
              <a:defRPr sz="1735"/>
            </a:lvl2pPr>
            <a:lvl3pPr marL="566745" indent="0">
              <a:buNone/>
              <a:defRPr sz="1488"/>
            </a:lvl3pPr>
            <a:lvl4pPr marL="850118" indent="0">
              <a:buNone/>
              <a:defRPr sz="1240"/>
            </a:lvl4pPr>
            <a:lvl5pPr marL="1133490" indent="0">
              <a:buNone/>
              <a:defRPr sz="1240"/>
            </a:lvl5pPr>
            <a:lvl6pPr marL="1416863" indent="0">
              <a:buNone/>
              <a:defRPr sz="1240"/>
            </a:lvl6pPr>
            <a:lvl7pPr marL="1700235" indent="0">
              <a:buNone/>
              <a:defRPr sz="1240"/>
            </a:lvl7pPr>
            <a:lvl8pPr marL="1983608" indent="0">
              <a:buNone/>
              <a:defRPr sz="1240"/>
            </a:lvl8pPr>
            <a:lvl9pPr marL="2266980" indent="0">
              <a:buNone/>
              <a:defRPr sz="124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A8C6B4-E1CF-858E-8A27-B210F8F11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0494" y="3208020"/>
            <a:ext cx="2437168" cy="5943254"/>
          </a:xfrm>
        </p:spPr>
        <p:txBody>
          <a:bodyPr/>
          <a:lstStyle>
            <a:lvl1pPr marL="0" indent="0">
              <a:buNone/>
              <a:defRPr sz="992"/>
            </a:lvl1pPr>
            <a:lvl2pPr marL="283373" indent="0">
              <a:buNone/>
              <a:defRPr sz="868"/>
            </a:lvl2pPr>
            <a:lvl3pPr marL="566745" indent="0">
              <a:buNone/>
              <a:defRPr sz="744"/>
            </a:lvl3pPr>
            <a:lvl4pPr marL="850118" indent="0">
              <a:buNone/>
              <a:defRPr sz="620"/>
            </a:lvl4pPr>
            <a:lvl5pPr marL="1133490" indent="0">
              <a:buNone/>
              <a:defRPr sz="620"/>
            </a:lvl5pPr>
            <a:lvl6pPr marL="1416863" indent="0">
              <a:buNone/>
              <a:defRPr sz="620"/>
            </a:lvl6pPr>
            <a:lvl7pPr marL="1700235" indent="0">
              <a:buNone/>
              <a:defRPr sz="620"/>
            </a:lvl7pPr>
            <a:lvl8pPr marL="1983608" indent="0">
              <a:buNone/>
              <a:defRPr sz="620"/>
            </a:lvl8pPr>
            <a:lvl9pPr marL="2266980" indent="0">
              <a:buNone/>
              <a:defRPr sz="6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DD61BB-3A65-DF1B-B519-709221CBC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D9C77-6EC3-4D89-8A0D-C68FA7E8B712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559079-984A-4E88-6E8F-FA3DD3A50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825C8-1AD5-85F0-6BE8-EC13DFF1C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15C20-D0E9-41CE-87D5-BCE849F24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9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76CDD-2BEB-A049-EEA0-D2AAEBAD4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C8A72D-3D27-9F59-B4FD-0703471A64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CCF179-7A3F-59FD-D77A-EAFB95F6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D9C77-6EC3-4D89-8A0D-C68FA7E8B712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39E8FA-E116-672A-BDEC-8B22F98CA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E8556-153B-FB4E-058D-39F97F3B4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15C20-D0E9-41CE-87D5-BCE849F24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462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7A2208-0942-77A5-0F2A-ABD6CBBEDF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5407620" y="569325"/>
            <a:ext cx="1629370" cy="90621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CF593E-E429-5ECF-1227-AC08F94E34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9510" y="569325"/>
            <a:ext cx="4793655" cy="90621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8B4FC3-8D59-ACFD-6DE9-308B96DD7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D9C77-6EC3-4D89-8A0D-C68FA7E8B712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C698F-A540-3F5B-86F1-CBAFC36DD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B4225-2937-60BA-3B93-52C3A3536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15C20-D0E9-41CE-87D5-BCE849F24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49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D78C2-CB47-CEDE-C0AB-74E0CCF3C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511" y="569327"/>
            <a:ext cx="6517481" cy="20668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B60612-FFFF-5072-3EE0-BCEE38FD04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9511" y="2846623"/>
            <a:ext cx="6517481" cy="6784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93DCB-D8BD-5632-6448-1A5019E1DB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19510" y="9911200"/>
            <a:ext cx="1700213" cy="5693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4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AD9C77-6EC3-4D89-8A0D-C68FA7E8B712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FC029-CEE2-55C7-614D-49EE6D8628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03092" y="9911200"/>
            <a:ext cx="2550319" cy="5693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4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00E529-4745-8A00-5177-3D47DE317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336779" y="9911200"/>
            <a:ext cx="1700213" cy="5693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4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215C20-D0E9-41CE-87D5-BCE849F24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624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66745" rtl="0" eaLnBrk="1" latinLnBrk="0" hangingPunct="1">
        <a:lnSpc>
          <a:spcPct val="90000"/>
        </a:lnSpc>
        <a:spcBef>
          <a:spcPct val="0"/>
        </a:spcBef>
        <a:buNone/>
        <a:defRPr sz="272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1686" indent="-141686" algn="l" defTabSz="566745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1735" kern="1200">
          <a:solidFill>
            <a:schemeClr val="tx1"/>
          </a:solidFill>
          <a:latin typeface="+mn-lt"/>
          <a:ea typeface="+mn-ea"/>
          <a:cs typeface="+mn-cs"/>
        </a:defRPr>
      </a:lvl1pPr>
      <a:lvl2pPr marL="425059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08431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240" kern="1200">
          <a:solidFill>
            <a:schemeClr val="tx1"/>
          </a:solidFill>
          <a:latin typeface="+mn-lt"/>
          <a:ea typeface="+mn-ea"/>
          <a:cs typeface="+mn-cs"/>
        </a:defRPr>
      </a:lvl3pPr>
      <a:lvl4pPr marL="991804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4pPr>
      <a:lvl5pPr marL="1275177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5pPr>
      <a:lvl6pPr marL="1558549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6pPr>
      <a:lvl7pPr marL="1841922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7pPr>
      <a:lvl8pPr marL="2125294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8pPr>
      <a:lvl9pPr marL="2408667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1pPr>
      <a:lvl2pPr marL="283373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2pPr>
      <a:lvl3pPr marL="566745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3pPr>
      <a:lvl4pPr marL="850118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4pPr>
      <a:lvl5pPr marL="1133490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5pPr>
      <a:lvl6pPr marL="1416863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6pPr>
      <a:lvl7pPr marL="1700235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7pPr>
      <a:lvl8pPr marL="1983608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8pPr>
      <a:lvl9pPr marL="2266980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71F7B88-E859-23FC-2E2B-EF6F8B65AC8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084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472CFBA-DCC7-19C4-0FE3-442203FB878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298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80C608B7-821E-ED55-1634-636A56D37E8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52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AEAB79A7-F618-44D7-6CDD-934A3346981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945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CA25E2E-D8AF-1249-6780-7E1CBF71623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036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A080342-392D-71AE-6268-5B511FBE0DE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9961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08AEFB0-F889-711D-C318-2D3BD32C6BC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858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2F11FA3-812A-33DD-DEDF-E160B359EDD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486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8CE4AC44-5991-55ED-9B0F-ACEB37DF07E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28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6380517-32CD-A69C-F976-B104CE95C9F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8749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307430C-8162-8470-E620-A9966C8B078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731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87C293-5BE3-A3B0-DE51-45771BD546E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3920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AD3ED291-4D92-708B-155C-9751CB55500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248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F663EE8-D4CF-13C7-4EA1-FBD84C96E7A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9359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3C85373-8DEE-8192-1518-DEAD8F58A9D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124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FE79E98-0C00-E217-6094-927C244445D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8222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779BD3F-0B22-0137-9EC0-7F710C01CCD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660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Bedant Arya</dc:creator>
  <cp:lastModifiedBy>Bedant Arya</cp:lastModifiedBy>
  <cp:revision>1</cp:revision>
  <dcterms:created xsi:type="dcterms:W3CDTF">2026-07-11T05:52:37Z</dcterms:created>
  <dcterms:modified xsi:type="dcterms:W3CDTF">2026-07-11T05:52:37Z</dcterms:modified>
</cp:coreProperties>
</file>